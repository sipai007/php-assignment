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Module 6:</a:t>
            </a:r>
            <a:r>
              <a:rPr lang="en-US" dirty="0"/>
              <a:t> introduction to web technologies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HTML Basics &amp; CSS Fundamentals</a:t>
            </a:r>
          </a:p>
          <a:p>
            <a:r>
              <a:rPr dirty="0"/>
              <a:t>Prepared by: Faizan </a:t>
            </a:r>
            <a:r>
              <a:rPr dirty="0" err="1"/>
              <a:t>Sipai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HTML?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09219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HTML (</a:t>
            </a:r>
            <a:r>
              <a:rPr dirty="0" err="1"/>
              <a:t>HyperText</a:t>
            </a:r>
            <a:r>
              <a:rPr dirty="0"/>
              <a:t> Markup Language) is the standard language used to create web pages.</a:t>
            </a:r>
          </a:p>
          <a:p>
            <a:r>
              <a:rPr dirty="0"/>
              <a:t>It provides the basic structure of a webpage using elements and tags.</a:t>
            </a:r>
          </a:p>
          <a:p>
            <a:endParaRPr dirty="0"/>
          </a:p>
          <a:p>
            <a:r>
              <a:rPr dirty="0"/>
              <a:t>HTML Structure:</a:t>
            </a:r>
          </a:p>
          <a:p>
            <a:r>
              <a:rPr dirty="0"/>
              <a:t>&lt;!DOCTYPE html&gt;</a:t>
            </a:r>
          </a:p>
          <a:p>
            <a:r>
              <a:rPr dirty="0"/>
              <a:t>&lt;html&gt;</a:t>
            </a:r>
          </a:p>
          <a:p>
            <a:r>
              <a:rPr dirty="0"/>
              <a:t>&lt;head&gt; &lt;title&gt;Page Title&lt;/title&gt; &lt;/head&gt;</a:t>
            </a:r>
          </a:p>
          <a:p>
            <a:r>
              <a:rPr dirty="0"/>
              <a:t>&lt;body&gt; Page Content &lt;/body&gt;</a:t>
            </a:r>
          </a:p>
          <a:p>
            <a:r>
              <a:rPr dirty="0"/>
              <a:t>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4B7C-E42E-AE2F-245F-768D69BD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394" y="274638"/>
            <a:ext cx="7713406" cy="1111710"/>
          </a:xfrm>
        </p:spPr>
        <p:txBody>
          <a:bodyPr>
            <a:normAutofit fontScale="90000"/>
          </a:bodyPr>
          <a:lstStyle/>
          <a:p>
            <a:r>
              <a:rPr lang="en-US" dirty="0"/>
              <a:t>Here is example of html structure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E2E6-8A72-D611-2AE0-7A5C11A3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&lt;title&gt;My First Web Page&lt;/title&gt;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    &lt;h1&gt;Welcome to My Website&lt;/h1&gt;</a:t>
            </a:r>
          </a:p>
          <a:p>
            <a:r>
              <a:rPr lang="en-US" dirty="0"/>
              <a:t>    &lt;p&gt;This is a basic HTML structure.&lt;/p&gt;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73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1600201"/>
            <a:ext cx="8588477" cy="498316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HTML tags define elements on a webpage.</a:t>
            </a:r>
          </a:p>
          <a:p>
            <a:r>
              <a:rPr dirty="0"/>
              <a:t>They usually come in pairs: opening and closing tags.</a:t>
            </a:r>
          </a:p>
          <a:p>
            <a:endParaRPr dirty="0"/>
          </a:p>
          <a:p>
            <a:r>
              <a:rPr dirty="0"/>
              <a:t>Common Tags:</a:t>
            </a:r>
          </a:p>
          <a:p>
            <a:r>
              <a:rPr dirty="0"/>
              <a:t>&lt;h1&gt; to &lt;h6&gt; – Headings</a:t>
            </a:r>
          </a:p>
          <a:p>
            <a:r>
              <a:rPr dirty="0"/>
              <a:t>&lt;p&gt; – Paragraph</a:t>
            </a:r>
          </a:p>
          <a:p>
            <a:r>
              <a:rPr dirty="0"/>
              <a:t>&lt;a&gt; – Link</a:t>
            </a:r>
          </a:p>
          <a:p>
            <a:r>
              <a:rPr dirty="0"/>
              <a:t>&lt;</a:t>
            </a:r>
            <a:r>
              <a:rPr dirty="0" err="1"/>
              <a:t>img</a:t>
            </a:r>
            <a:r>
              <a:rPr dirty="0"/>
              <a:t>&gt; – Image</a:t>
            </a:r>
          </a:p>
          <a:p>
            <a:r>
              <a:rPr dirty="0"/>
              <a:t>&lt;div&gt; – Container</a:t>
            </a:r>
          </a:p>
          <a:p>
            <a:r>
              <a:rPr dirty="0"/>
              <a:t>&lt;span&gt; – Inline container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Block-level vs 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Block-level Elements:</a:t>
            </a:r>
          </a:p>
          <a:p>
            <a:r>
              <a:t>- Take full width</a:t>
            </a:r>
          </a:p>
          <a:p>
            <a:r>
              <a:t>- Start on a new line</a:t>
            </a:r>
          </a:p>
          <a:p>
            <a:r>
              <a:t>Examples: &lt;div&gt;, &lt;p&gt;, &lt;h1&gt;, &lt;ul&gt;</a:t>
            </a:r>
          </a:p>
          <a:p>
            <a:endParaRPr/>
          </a:p>
          <a:p>
            <a:r>
              <a:t>Inline Elements:</a:t>
            </a:r>
          </a:p>
          <a:p>
            <a:r>
              <a:t>- Take only required width</a:t>
            </a:r>
          </a:p>
          <a:p>
            <a:r>
              <a:t>- Do not start on a new line</a:t>
            </a:r>
          </a:p>
          <a:p>
            <a:r>
              <a:t>Examples: &lt;span&gt;, &lt;a&gt;, &lt;img&gt;, &lt;strong&gt;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1600200"/>
            <a:ext cx="8588477" cy="52578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Semantic HTML uses meaningful tags that describe their purpose.</a:t>
            </a:r>
          </a:p>
          <a:p>
            <a:endParaRPr dirty="0"/>
          </a:p>
          <a:p>
            <a:r>
              <a:rPr dirty="0"/>
              <a:t>Examples:</a:t>
            </a:r>
          </a:p>
          <a:p>
            <a:r>
              <a:rPr dirty="0"/>
              <a:t>&lt;header&gt;, &lt;footer&gt;, &lt;article&gt;, &lt;section&gt;, &lt;nav&gt;</a:t>
            </a:r>
          </a:p>
          <a:p>
            <a:endParaRPr dirty="0"/>
          </a:p>
          <a:p>
            <a:r>
              <a:rPr dirty="0"/>
              <a:t>Importance:</a:t>
            </a:r>
          </a:p>
          <a:p>
            <a:r>
              <a:rPr dirty="0"/>
              <a:t>- Improves readability</a:t>
            </a:r>
          </a:p>
          <a:p>
            <a:r>
              <a:rPr dirty="0"/>
              <a:t>- Better SEO</a:t>
            </a:r>
          </a:p>
          <a:p>
            <a:r>
              <a:rPr dirty="0"/>
              <a:t>- Better accessibility</a:t>
            </a:r>
          </a:p>
          <a:p>
            <a:r>
              <a:rPr dirty="0"/>
              <a:t>- Easy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(Cascading Style Sheets) is used to style and design web pages.</a:t>
            </a:r>
          </a:p>
          <a:p>
            <a:endParaRPr/>
          </a:p>
          <a:p>
            <a:r>
              <a:t>Difference between HTML and CSS:</a:t>
            </a:r>
          </a:p>
          <a:p>
            <a:r>
              <a:t>HTML: Structure of webpage</a:t>
            </a:r>
          </a:p>
          <a:p>
            <a:r>
              <a:t>CSS: Appearance and layout of webpage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Ways to Apply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5334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1. Inline CSS:</a:t>
            </a:r>
          </a:p>
          <a:p>
            <a:r>
              <a:rPr dirty="0"/>
              <a:t>Applied directly to HTML elements using style attribute.</a:t>
            </a:r>
          </a:p>
          <a:p>
            <a:endParaRPr dirty="0"/>
          </a:p>
          <a:p>
            <a:r>
              <a:rPr dirty="0"/>
              <a:t>2. Internal CSS:</a:t>
            </a:r>
          </a:p>
          <a:p>
            <a:r>
              <a:rPr dirty="0"/>
              <a:t>Written inside &lt;style&gt; tag in &lt;head&gt; section.</a:t>
            </a:r>
          </a:p>
          <a:p>
            <a:endParaRPr dirty="0"/>
          </a:p>
          <a:p>
            <a:r>
              <a:rPr dirty="0"/>
              <a:t>3. External CSS:</a:t>
            </a:r>
          </a:p>
          <a:p>
            <a:r>
              <a:rPr dirty="0"/>
              <a:t>Written in separate .</a:t>
            </a:r>
            <a:r>
              <a:rPr dirty="0" err="1"/>
              <a:t>css</a:t>
            </a:r>
            <a:r>
              <a:rPr dirty="0"/>
              <a:t> file and linked to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CSS selectors are used to select HTML elements to style them.</a:t>
            </a:r>
          </a:p>
          <a:p>
            <a:endParaRPr/>
          </a:p>
          <a:p>
            <a:r>
              <a:t>Types of Selectors:</a:t>
            </a:r>
          </a:p>
          <a:p>
            <a:r>
              <a:t>- Element selector (p, div)</a:t>
            </a:r>
          </a:p>
          <a:p>
            <a:r>
              <a:t>- Class selector (.class)</a:t>
            </a:r>
          </a:p>
          <a:p>
            <a:r>
              <a:t>- ID selector (#id)</a:t>
            </a:r>
          </a:p>
          <a:p>
            <a:r>
              <a:t>- Group selector</a:t>
            </a:r>
          </a:p>
          <a:p>
            <a:r>
              <a:t>- Universal selector (*)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CSS box model defines the layout and spacing of elements.</a:t>
            </a:r>
          </a:p>
          <a:p>
            <a:endParaRPr/>
          </a:p>
          <a:p>
            <a:r>
              <a:t>Components:</a:t>
            </a:r>
          </a:p>
          <a:p>
            <a:r>
              <a:t>- Content: Actual content</a:t>
            </a:r>
          </a:p>
          <a:p>
            <a:r>
              <a:t>- Padding: Space around content</a:t>
            </a:r>
          </a:p>
          <a:p>
            <a:r>
              <a:t>- Border: Around padding</a:t>
            </a:r>
          </a:p>
          <a:p>
            <a:r>
              <a:t>- Margin: Space outside border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E504-FD85-D0DA-221D-A553321F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-235974"/>
            <a:ext cx="8519651" cy="967811"/>
          </a:xfrm>
        </p:spPr>
        <p:txBody>
          <a:bodyPr>
            <a:normAutofit/>
          </a:bodyPr>
          <a:lstStyle/>
          <a:p>
            <a:r>
              <a:rPr lang="en-IN" dirty="0"/>
              <a:t>Responsive Web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538E-6438-0A28-75AC-8C66674B4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1948"/>
            <a:ext cx="8686800" cy="638605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1️⃣ What is Responsive Web Design? Why is it important?</a:t>
            </a:r>
          </a:p>
          <a:p>
            <a:r>
              <a:rPr lang="en-US" b="1" dirty="0"/>
              <a:t>Responsive Web Design (RWD)</a:t>
            </a:r>
            <a:r>
              <a:rPr lang="en-US" dirty="0"/>
              <a:t> is a web design approach where a website automatically adjusts its layout, images, and content to fit different screen sizes and devices such as mobiles, tablets, laptops, and desktops.</a:t>
            </a:r>
          </a:p>
          <a:p>
            <a:r>
              <a:rPr lang="en-US" b="1" dirty="0"/>
              <a:t>📌 Importance of Responsive Web Design:</a:t>
            </a:r>
          </a:p>
          <a:p>
            <a:r>
              <a:rPr lang="en-US" dirty="0"/>
              <a:t>✅ Provides a better </a:t>
            </a:r>
            <a:r>
              <a:rPr lang="en-US" b="1" dirty="0"/>
              <a:t>user experience</a:t>
            </a:r>
            <a:r>
              <a:rPr lang="en-US" dirty="0"/>
              <a:t> on all devices</a:t>
            </a:r>
          </a:p>
          <a:p>
            <a:r>
              <a:rPr lang="en-US" dirty="0"/>
              <a:t>✅ Increases </a:t>
            </a:r>
            <a:r>
              <a:rPr lang="en-US" b="1" dirty="0"/>
              <a:t>mobile traffic</a:t>
            </a:r>
            <a:r>
              <a:rPr lang="en-US" dirty="0"/>
              <a:t>, as most users browse on phones</a:t>
            </a:r>
          </a:p>
          <a:p>
            <a:r>
              <a:rPr lang="en-US" dirty="0"/>
              <a:t>✅ Improves </a:t>
            </a:r>
            <a:r>
              <a:rPr lang="en-US" b="1" dirty="0"/>
              <a:t>SEO ranking</a:t>
            </a:r>
            <a:r>
              <a:rPr lang="en-US" dirty="0"/>
              <a:t> (Google prefers mobile-friendly sites)</a:t>
            </a:r>
          </a:p>
          <a:p>
            <a:r>
              <a:rPr lang="en-US" dirty="0"/>
              <a:t>✅ Reduces development cost (one site for all devices)</a:t>
            </a:r>
          </a:p>
          <a:p>
            <a:r>
              <a:rPr lang="en-US" dirty="0"/>
              <a:t>✅ Easier maintenance than separate mobile and desktop sites</a:t>
            </a:r>
          </a:p>
          <a:p>
            <a:r>
              <a:rPr lang="en-US" b="1" dirty="0"/>
              <a:t>2️⃣ Explain the use of Media Queries in CSS (with Example)</a:t>
            </a:r>
          </a:p>
          <a:p>
            <a:r>
              <a:rPr lang="en-US" b="1" dirty="0"/>
              <a:t>Media Queries</a:t>
            </a:r>
            <a:r>
              <a:rPr lang="en-US" dirty="0"/>
              <a:t> are used in CSS to apply different styles based on device screen size, resolution, or orientation. They are a key part of responsive web design.</a:t>
            </a:r>
          </a:p>
          <a:p>
            <a:r>
              <a:rPr lang="en-US" b="1" dirty="0"/>
              <a:t>📌 Uses of Media Queries:</a:t>
            </a:r>
          </a:p>
          <a:p>
            <a:r>
              <a:rPr lang="en-US" dirty="0"/>
              <a:t>Adjust layout for different screen widths</a:t>
            </a:r>
          </a:p>
          <a:p>
            <a:r>
              <a:rPr lang="en-US" dirty="0"/>
              <a:t>Change font size, spacing, or images</a:t>
            </a:r>
          </a:p>
          <a:p>
            <a:r>
              <a:rPr lang="en-US" dirty="0"/>
              <a:t>Hide or show elements based on device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5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FB65-6273-6B81-47DD-1256D798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BFE1-D64A-F71B-04C4-A76701560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/* Default style (Desktop) */</a:t>
            </a:r>
          </a:p>
          <a:p>
            <a:r>
              <a:rPr lang="en-IN" dirty="0"/>
              <a:t>body {</a:t>
            </a:r>
          </a:p>
          <a:p>
            <a:r>
              <a:rPr lang="en-IN" dirty="0"/>
              <a:t>  background-</a:t>
            </a:r>
            <a:r>
              <a:rPr lang="en-IN" dirty="0" err="1"/>
              <a:t>color</a:t>
            </a:r>
            <a:r>
              <a:rPr lang="en-IN" dirty="0"/>
              <a:t>: white;</a:t>
            </a:r>
          </a:p>
          <a:p>
            <a:r>
              <a:rPr lang="en-IN" dirty="0"/>
              <a:t>  font-size: 18px;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/* For tablets */</a:t>
            </a:r>
          </a:p>
          <a:p>
            <a:r>
              <a:rPr lang="en-IN" dirty="0"/>
              <a:t>@media (max-width: 768px) {</a:t>
            </a:r>
          </a:p>
          <a:p>
            <a:r>
              <a:rPr lang="en-IN" dirty="0"/>
              <a:t>  body {</a:t>
            </a:r>
          </a:p>
          <a:p>
            <a:r>
              <a:rPr lang="en-IN" dirty="0"/>
              <a:t>    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lightgray</a:t>
            </a:r>
            <a:r>
              <a:rPr lang="en-IN" dirty="0"/>
              <a:t>;</a:t>
            </a:r>
          </a:p>
          <a:p>
            <a:r>
              <a:rPr lang="en-IN" dirty="0"/>
              <a:t>    font-size: 16px;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/* For mobile devices */</a:t>
            </a:r>
          </a:p>
          <a:p>
            <a:r>
              <a:rPr lang="en-IN" dirty="0"/>
              <a:t>@media (max-width: 480px) {</a:t>
            </a:r>
          </a:p>
          <a:p>
            <a:r>
              <a:rPr lang="en-IN" dirty="0"/>
              <a:t>  body {</a:t>
            </a:r>
          </a:p>
          <a:p>
            <a:r>
              <a:rPr lang="en-IN" dirty="0"/>
              <a:t>    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lightblue</a:t>
            </a:r>
            <a:r>
              <a:rPr lang="en-IN" dirty="0"/>
              <a:t>;</a:t>
            </a:r>
          </a:p>
          <a:p>
            <a:r>
              <a:rPr lang="en-IN" dirty="0"/>
              <a:t>    font-size: 14px;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23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5C02-CEFE-4010-F0C9-A1AEE435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156"/>
          </a:xfrm>
        </p:spPr>
        <p:txBody>
          <a:bodyPr>
            <a:normAutofit fontScale="90000"/>
          </a:bodyPr>
          <a:lstStyle/>
          <a:p>
            <a:r>
              <a:rPr lang="en-IN" dirty="0"/>
              <a:t>PHP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58E9-30CA-821A-EA87-26AA9853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786582"/>
            <a:ext cx="8568813" cy="533958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Advantages of using PHP to manage HTML forms</a:t>
            </a:r>
          </a:p>
          <a:p>
            <a:r>
              <a:rPr lang="en-IN" b="1" dirty="0"/>
              <a:t>Data Validation</a:t>
            </a:r>
            <a:r>
              <a:rPr lang="en-IN" dirty="0"/>
              <a:t> – Validate user input before saving to database.</a:t>
            </a:r>
          </a:p>
          <a:p>
            <a:r>
              <a:rPr lang="en-IN" b="1" dirty="0"/>
              <a:t>Dynamic Form Processing</a:t>
            </a:r>
            <a:r>
              <a:rPr lang="en-IN" dirty="0"/>
              <a:t> – Generate form content based on conditions (e.g., pre-fill fields).</a:t>
            </a:r>
          </a:p>
          <a:p>
            <a:r>
              <a:rPr lang="en-IN" b="1" dirty="0"/>
              <a:t>Security</a:t>
            </a:r>
            <a:r>
              <a:rPr lang="en-IN" dirty="0"/>
              <a:t> – Sanitize input to prevent SQL injection or XSS attacks.</a:t>
            </a:r>
          </a:p>
          <a:p>
            <a:r>
              <a:rPr lang="en-IN" b="1" dirty="0"/>
              <a:t>Database Integration</a:t>
            </a:r>
            <a:r>
              <a:rPr lang="en-IN" dirty="0"/>
              <a:t> – PHP can store/retrieve form data in databases dynamically.</a:t>
            </a:r>
          </a:p>
          <a:p>
            <a:r>
              <a:rPr lang="en-IN" b="1" dirty="0"/>
              <a:t>User Feedback</a:t>
            </a:r>
            <a:r>
              <a:rPr lang="en-IN" dirty="0"/>
              <a:t> – Provide instant error messages or success messages after submission.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90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DB7B-56C5-E2C0-2B40-18768F2A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1: Displaying a greeting based on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4E3AE-4FE8-980C-2E13-315C7E34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$hour = date("H");</a:t>
            </a:r>
          </a:p>
          <a:p>
            <a:endParaRPr lang="en-IN" dirty="0"/>
          </a:p>
          <a:p>
            <a:r>
              <a:rPr lang="en-IN" dirty="0"/>
              <a:t>if ($hour &lt; 12) {</a:t>
            </a:r>
          </a:p>
          <a:p>
            <a:r>
              <a:rPr lang="en-IN" dirty="0"/>
              <a:t>    $greeting = "Good Morning!";</a:t>
            </a:r>
          </a:p>
          <a:p>
            <a:r>
              <a:rPr lang="en-IN" dirty="0"/>
              <a:t>} elseif ($hour &lt; 18) {</a:t>
            </a:r>
          </a:p>
          <a:p>
            <a:r>
              <a:rPr lang="en-IN" dirty="0"/>
              <a:t>    $greeting = "Good Afternoon!";</a:t>
            </a:r>
          </a:p>
          <a:p>
            <a:r>
              <a:rPr lang="en-IN" dirty="0"/>
              <a:t>} else {</a:t>
            </a:r>
          </a:p>
          <a:p>
            <a:r>
              <a:rPr lang="en-IN" dirty="0"/>
              <a:t>    $greeting = "Good Evening!";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&lt;title&gt;Dynamic Greeting&lt;/title&gt;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  &lt;h1&gt;&lt;?</a:t>
            </a:r>
            <a:r>
              <a:rPr lang="en-IN" dirty="0" err="1"/>
              <a:t>php</a:t>
            </a:r>
            <a:r>
              <a:rPr lang="en-IN" dirty="0"/>
              <a:t> echo $greeting; ?&gt;&lt;/h1&gt;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18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537C-93E1-3D8C-84BD-FF8AE8AD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 Displaying data from an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7D78-D688-D3D9-589B-A7774D3C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$fruits = ["Apple", "Banana", "Mango", "Orange"];</a:t>
            </a:r>
          </a:p>
          <a:p>
            <a:r>
              <a:rPr lang="en-US" dirty="0"/>
              <a:t>?&gt;</a:t>
            </a:r>
          </a:p>
          <a:p>
            <a:r>
              <a:rPr lang="en-US" dirty="0"/>
              <a:t>&lt;ul&gt;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foreach($fruits as $fruit){</a:t>
            </a:r>
          </a:p>
          <a:p>
            <a:r>
              <a:rPr lang="en-US" dirty="0"/>
              <a:t>    echo "&lt;li&gt;$fruit&lt;/li&gt;";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?&gt;</a:t>
            </a:r>
          </a:p>
          <a:p>
            <a:r>
              <a:rPr lang="en-US" dirty="0"/>
              <a:t>&lt;/ul&gt;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83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and CSS are core technologies for web development.</a:t>
            </a:r>
          </a:p>
          <a:p>
            <a:r>
              <a:t>HTML provides structure, CSS adds design.</a:t>
            </a:r>
          </a:p>
          <a:p>
            <a:r>
              <a:t>Understanding these basics is essential for PHP web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1022</Words>
  <Application>Microsoft Office PowerPoint</Application>
  <PresentationFormat>On-screen Show (4:3)</PresentationFormat>
  <Paragraphs>172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Module 6: introduction to web technologies</vt:lpstr>
      <vt:lpstr>What is HTML?</vt:lpstr>
      <vt:lpstr>Here is example of html structure code</vt:lpstr>
      <vt:lpstr>HTML Tags</vt:lpstr>
      <vt:lpstr>Block-level vs Inline Elements</vt:lpstr>
      <vt:lpstr>Semantic HTML</vt:lpstr>
      <vt:lpstr>What is CSS?</vt:lpstr>
      <vt:lpstr>Ways to Apply CSS</vt:lpstr>
      <vt:lpstr>CSS Selectors</vt:lpstr>
      <vt:lpstr>CSS Box Model</vt:lpstr>
      <vt:lpstr>Responsive Web Design</vt:lpstr>
      <vt:lpstr>Example </vt:lpstr>
      <vt:lpstr>PHP Integration</vt:lpstr>
      <vt:lpstr>Example 1: Displaying a greeting based on time</vt:lpstr>
      <vt:lpstr>Example 2: Displaying data from an array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2025-12-23T07:51:09Z</dcterms:modified>
  <cp:category/>
</cp:coreProperties>
</file>