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Module 6:</a:t>
            </a:r>
            <a:r>
              <a:rPr lang="en-US" dirty="0"/>
              <a:t> introduction to web technologies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HTML Basics &amp; CSS Fundamentals</a:t>
            </a:r>
          </a:p>
          <a:p>
            <a:r>
              <a:rPr dirty="0"/>
              <a:t>Prepared by: Faizan </a:t>
            </a:r>
            <a:r>
              <a:rPr dirty="0" err="1"/>
              <a:t>Sipai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HTML?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709219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HTML (</a:t>
            </a:r>
            <a:r>
              <a:rPr dirty="0" err="1"/>
              <a:t>HyperText</a:t>
            </a:r>
            <a:r>
              <a:rPr dirty="0"/>
              <a:t> Markup Language) is the standard language used to create web pages.</a:t>
            </a:r>
          </a:p>
          <a:p>
            <a:r>
              <a:rPr dirty="0"/>
              <a:t>It provides the basic structure of a webpage using elements and tags.</a:t>
            </a:r>
          </a:p>
          <a:p>
            <a:endParaRPr dirty="0"/>
          </a:p>
          <a:p>
            <a:r>
              <a:rPr dirty="0"/>
              <a:t>HTML Structure:</a:t>
            </a:r>
          </a:p>
          <a:p>
            <a:r>
              <a:rPr dirty="0"/>
              <a:t>&lt;!DOCTYPE html&gt;</a:t>
            </a:r>
          </a:p>
          <a:p>
            <a:r>
              <a:rPr dirty="0"/>
              <a:t>&lt;html&gt;</a:t>
            </a:r>
          </a:p>
          <a:p>
            <a:r>
              <a:rPr dirty="0"/>
              <a:t>&lt;head&gt; &lt;title&gt;Page Title&lt;/title&gt; &lt;/head&gt;</a:t>
            </a:r>
          </a:p>
          <a:p>
            <a:r>
              <a:rPr dirty="0"/>
              <a:t>&lt;body&gt; Page Content &lt;/body&gt;</a:t>
            </a:r>
          </a:p>
          <a:p>
            <a:r>
              <a:rPr dirty="0"/>
              <a:t>&lt;/html&gt;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D4B7C-E42E-AE2F-245F-768D69BD7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394" y="274638"/>
            <a:ext cx="7713406" cy="1111710"/>
          </a:xfrm>
        </p:spPr>
        <p:txBody>
          <a:bodyPr>
            <a:normAutofit fontScale="90000"/>
          </a:bodyPr>
          <a:lstStyle/>
          <a:p>
            <a:r>
              <a:rPr lang="en-US" dirty="0"/>
              <a:t>Here is example of html structure 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1E2E6-8A72-D611-2AE0-7A5C11A3F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&lt;!DOCTYPE html&gt;</a:t>
            </a:r>
          </a:p>
          <a:p>
            <a:r>
              <a:rPr lang="en-US" dirty="0"/>
              <a:t>&lt;html lang="</a:t>
            </a:r>
            <a:r>
              <a:rPr lang="en-US" dirty="0" err="1"/>
              <a:t>en</a:t>
            </a:r>
            <a:r>
              <a:rPr lang="en-US" dirty="0"/>
              <a:t>"&gt;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    &lt;meta charset="UTF-8"&gt;</a:t>
            </a:r>
          </a:p>
          <a:p>
            <a:r>
              <a:rPr lang="en-US" dirty="0"/>
              <a:t>    &lt;title&gt;My First Web Page&lt;/title&gt;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endParaRPr lang="en-US" dirty="0"/>
          </a:p>
          <a:p>
            <a:r>
              <a:rPr lang="en-US" dirty="0"/>
              <a:t>    &lt;h1&gt;Welcome to My Website&lt;/h1&gt;</a:t>
            </a:r>
          </a:p>
          <a:p>
            <a:r>
              <a:rPr lang="en-US" dirty="0"/>
              <a:t>    &lt;p&gt;This is a basic HTML structure.&lt;/p&gt;</a:t>
            </a:r>
          </a:p>
          <a:p>
            <a:endParaRPr lang="en-US" dirty="0"/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73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23" y="1600201"/>
            <a:ext cx="8588477" cy="4983162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HTML tags define elements on a webpage.</a:t>
            </a:r>
          </a:p>
          <a:p>
            <a:r>
              <a:rPr dirty="0"/>
              <a:t>They usually come in pairs: opening and closing tags.</a:t>
            </a:r>
          </a:p>
          <a:p>
            <a:endParaRPr dirty="0"/>
          </a:p>
          <a:p>
            <a:r>
              <a:rPr dirty="0"/>
              <a:t>Common Tags:</a:t>
            </a:r>
          </a:p>
          <a:p>
            <a:r>
              <a:rPr dirty="0"/>
              <a:t>&lt;h1&gt; to &lt;h6&gt; – Headings</a:t>
            </a:r>
          </a:p>
          <a:p>
            <a:r>
              <a:rPr dirty="0"/>
              <a:t>&lt;p&gt; – Paragraph</a:t>
            </a:r>
          </a:p>
          <a:p>
            <a:r>
              <a:rPr dirty="0"/>
              <a:t>&lt;a&gt; – Link</a:t>
            </a:r>
          </a:p>
          <a:p>
            <a:r>
              <a:rPr dirty="0"/>
              <a:t>&lt;</a:t>
            </a:r>
            <a:r>
              <a:rPr dirty="0" err="1"/>
              <a:t>img</a:t>
            </a:r>
            <a:r>
              <a:rPr dirty="0"/>
              <a:t>&gt; – Image</a:t>
            </a:r>
          </a:p>
          <a:p>
            <a:r>
              <a:rPr dirty="0"/>
              <a:t>&lt;div&gt; – Container</a:t>
            </a:r>
          </a:p>
          <a:p>
            <a:r>
              <a:rPr dirty="0"/>
              <a:t>&lt;span&gt; – Inline container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Block-level vs Inline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Block-level Elements:</a:t>
            </a:r>
          </a:p>
          <a:p>
            <a:r>
              <a:t>- Take full width</a:t>
            </a:r>
          </a:p>
          <a:p>
            <a:r>
              <a:t>- Start on a new line</a:t>
            </a:r>
          </a:p>
          <a:p>
            <a:r>
              <a:t>Examples: &lt;div&gt;, &lt;p&gt;, &lt;h1&gt;, &lt;ul&gt;</a:t>
            </a:r>
          </a:p>
          <a:p>
            <a:endParaRPr/>
          </a:p>
          <a:p>
            <a:r>
              <a:t>Inline Elements:</a:t>
            </a:r>
          </a:p>
          <a:p>
            <a:r>
              <a:t>- Take only required width</a:t>
            </a:r>
          </a:p>
          <a:p>
            <a:r>
              <a:t>- Do not start on a new line</a:t>
            </a:r>
          </a:p>
          <a:p>
            <a:r>
              <a:t>Examples: &lt;span&gt;, &lt;a&gt;, &lt;img&gt;, &lt;strong&gt;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Semantic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23" y="1600200"/>
            <a:ext cx="8588477" cy="525780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Semantic HTML uses meaningful tags that describe their purpose.</a:t>
            </a:r>
          </a:p>
          <a:p>
            <a:endParaRPr dirty="0"/>
          </a:p>
          <a:p>
            <a:r>
              <a:rPr dirty="0"/>
              <a:t>Examples:</a:t>
            </a:r>
          </a:p>
          <a:p>
            <a:r>
              <a:rPr dirty="0"/>
              <a:t>&lt;header&gt;, &lt;footer&gt;, &lt;article&gt;, &lt;section&gt;, &lt;nav&gt;</a:t>
            </a:r>
          </a:p>
          <a:p>
            <a:endParaRPr dirty="0"/>
          </a:p>
          <a:p>
            <a:r>
              <a:rPr dirty="0"/>
              <a:t>Importance:</a:t>
            </a:r>
          </a:p>
          <a:p>
            <a:r>
              <a:rPr dirty="0"/>
              <a:t>- Improves readability</a:t>
            </a:r>
          </a:p>
          <a:p>
            <a:r>
              <a:rPr dirty="0"/>
              <a:t>- Better SEO</a:t>
            </a:r>
          </a:p>
          <a:p>
            <a:r>
              <a:rPr dirty="0"/>
              <a:t>- Better accessibility</a:t>
            </a:r>
          </a:p>
          <a:p>
            <a:r>
              <a:rPr dirty="0"/>
              <a:t>- Easy maintenance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(Cascading Style Sheets) is used to style and design web pages.</a:t>
            </a:r>
          </a:p>
          <a:p>
            <a:endParaRPr/>
          </a:p>
          <a:p>
            <a:r>
              <a:t>Difference between HTML and CSS:</a:t>
            </a:r>
          </a:p>
          <a:p>
            <a:r>
              <a:t>HTML: Structure of webpage</a:t>
            </a:r>
          </a:p>
          <a:p>
            <a:r>
              <a:t>CSS: Appearance and layout of webpage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Ways to Apply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053348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1. Inline CSS:</a:t>
            </a:r>
          </a:p>
          <a:p>
            <a:r>
              <a:rPr dirty="0"/>
              <a:t>Applied directly to HTML elements using style attribute.</a:t>
            </a:r>
          </a:p>
          <a:p>
            <a:endParaRPr dirty="0"/>
          </a:p>
          <a:p>
            <a:r>
              <a:rPr dirty="0"/>
              <a:t>2. Internal CSS:</a:t>
            </a:r>
          </a:p>
          <a:p>
            <a:r>
              <a:rPr dirty="0"/>
              <a:t>Written inside &lt;style&gt; tag in &lt;head&gt; section.</a:t>
            </a:r>
          </a:p>
          <a:p>
            <a:endParaRPr dirty="0"/>
          </a:p>
          <a:p>
            <a:r>
              <a:rPr dirty="0"/>
              <a:t>3. External CSS:</a:t>
            </a:r>
          </a:p>
          <a:p>
            <a:r>
              <a:rPr dirty="0"/>
              <a:t>Written in separate .</a:t>
            </a:r>
            <a:r>
              <a:rPr dirty="0" err="1"/>
              <a:t>css</a:t>
            </a:r>
            <a:r>
              <a:rPr dirty="0"/>
              <a:t> file and linked to HTML.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CSS selectors are used to select HTML elements to style them.</a:t>
            </a:r>
          </a:p>
          <a:p>
            <a:endParaRPr/>
          </a:p>
          <a:p>
            <a:r>
              <a:t>Types of Selectors:</a:t>
            </a:r>
          </a:p>
          <a:p>
            <a:r>
              <a:t>- Element selector (p, div)</a:t>
            </a:r>
          </a:p>
          <a:p>
            <a:r>
              <a:t>- Class selector (.class)</a:t>
            </a:r>
          </a:p>
          <a:p>
            <a:r>
              <a:t>- ID selector (#id)</a:t>
            </a:r>
          </a:p>
          <a:p>
            <a:r>
              <a:t>- Group selector</a:t>
            </a:r>
          </a:p>
          <a:p>
            <a:r>
              <a:t>- Universal selector (*)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CSS Box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The CSS box model defines the layout and spacing of elements.</a:t>
            </a:r>
          </a:p>
          <a:p>
            <a:endParaRPr/>
          </a:p>
          <a:p>
            <a:r>
              <a:t>Components:</a:t>
            </a:r>
          </a:p>
          <a:p>
            <a:r>
              <a:t>- Content: Actual content</a:t>
            </a:r>
          </a:p>
          <a:p>
            <a:r>
              <a:t>- Padding: Space around content</a:t>
            </a:r>
          </a:p>
          <a:p>
            <a:r>
              <a:t>- Border: Around padding</a:t>
            </a:r>
          </a:p>
          <a:p>
            <a:r>
              <a:t>- Margin: Space outside border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and CSS are core technologies for web development.</a:t>
            </a:r>
          </a:p>
          <a:p>
            <a:r>
              <a:t>HTML provides structure, CSS adds design.</a:t>
            </a:r>
          </a:p>
          <a:p>
            <a:r>
              <a:t>Understanding these basics is essential for PHP web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523</Words>
  <Application>Microsoft Office PowerPoint</Application>
  <PresentationFormat>On-screen Show (4:3)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Module 6: introduction to web technologies</vt:lpstr>
      <vt:lpstr>What is HTML?</vt:lpstr>
      <vt:lpstr>Here is example of html structure code</vt:lpstr>
      <vt:lpstr>HTML Tags</vt:lpstr>
      <vt:lpstr>Block-level vs Inline Elements</vt:lpstr>
      <vt:lpstr>Semantic HTML</vt:lpstr>
      <vt:lpstr>What is CSS?</vt:lpstr>
      <vt:lpstr>Ways to Apply CSS</vt:lpstr>
      <vt:lpstr>CSS Selectors</vt:lpstr>
      <vt:lpstr>CSS Box Model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dell</cp:lastModifiedBy>
  <cp:revision>4</cp:revision>
  <dcterms:created xsi:type="dcterms:W3CDTF">2013-01-27T09:14:16Z</dcterms:created>
  <dcterms:modified xsi:type="dcterms:W3CDTF">2025-12-22T03:45:38Z</dcterms:modified>
  <cp:category/>
</cp:coreProperties>
</file>